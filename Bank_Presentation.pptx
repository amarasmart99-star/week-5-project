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49d344a601bf6ddc" providerId="LiveId" clId="{A780B712-3028-48B9-AFC8-9CF5FA5A5A4B}"/>
    <pc:docChg chg="undo custSel modSld">
      <pc:chgData name="" userId="49d344a601bf6ddc" providerId="LiveId" clId="{A780B712-3028-48B9-AFC8-9CF5FA5A5A4B}" dt="2026-07-07T05:08:06.454" v="309" actId="13822"/>
      <pc:docMkLst>
        <pc:docMk/>
      </pc:docMkLst>
      <pc:sldChg chg="delSp modSp">
        <pc:chgData name="" userId="49d344a601bf6ddc" providerId="LiveId" clId="{A780B712-3028-48B9-AFC8-9CF5FA5A5A4B}" dt="2026-07-07T05:06:52.521" v="301" actId="478"/>
        <pc:sldMkLst>
          <pc:docMk/>
          <pc:sldMk cId="0" sldId="256"/>
        </pc:sldMkLst>
        <pc:spChg chg="mod">
          <ac:chgData name="" userId="49d344a601bf6ddc" providerId="LiveId" clId="{A780B712-3028-48B9-AFC8-9CF5FA5A5A4B}" dt="2026-07-07T05:06:46.903" v="300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" userId="49d344a601bf6ddc" providerId="LiveId" clId="{A780B712-3028-48B9-AFC8-9CF5FA5A5A4B}" dt="2026-07-07T05:06:23.292" v="297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" userId="49d344a601bf6ddc" providerId="LiveId" clId="{A780B712-3028-48B9-AFC8-9CF5FA5A5A4B}" dt="2026-07-07T05:06:40.070" v="299" actId="207"/>
          <ac:spMkLst>
            <pc:docMk/>
            <pc:sldMk cId="0" sldId="256"/>
            <ac:spMk id="4" creationId="{00000000-0000-0000-0000-000000000000}"/>
          </ac:spMkLst>
        </pc:spChg>
        <pc:spChg chg="del">
          <ac:chgData name="" userId="49d344a601bf6ddc" providerId="LiveId" clId="{A780B712-3028-48B9-AFC8-9CF5FA5A5A4B}" dt="2026-07-07T05:06:52.521" v="301" actId="478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" userId="49d344a601bf6ddc" providerId="LiveId" clId="{A780B712-3028-48B9-AFC8-9CF5FA5A5A4B}" dt="2026-07-07T05:07:40.886" v="305" actId="1076"/>
        <pc:sldMkLst>
          <pc:docMk/>
          <pc:sldMk cId="0" sldId="257"/>
        </pc:sldMkLst>
        <pc:spChg chg="mod">
          <ac:chgData name="" userId="49d344a601bf6ddc" providerId="LiveId" clId="{A780B712-3028-48B9-AFC8-9CF5FA5A5A4B}" dt="2026-07-07T05:07:20.237" v="303" actId="13822"/>
          <ac:spMkLst>
            <pc:docMk/>
            <pc:sldMk cId="0" sldId="257"/>
            <ac:spMk id="3" creationId="{00000000-0000-0000-0000-000000000000}"/>
          </ac:spMkLst>
        </pc:spChg>
        <pc:spChg chg="mod">
          <ac:chgData name="" userId="49d344a601bf6ddc" providerId="LiveId" clId="{A780B712-3028-48B9-AFC8-9CF5FA5A5A4B}" dt="2026-07-07T05:07:40.886" v="305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" userId="49d344a601bf6ddc" providerId="LiveId" clId="{A780B712-3028-48B9-AFC8-9CF5FA5A5A4B}" dt="2026-07-07T05:07:31.788" v="304"/>
          <ac:spMkLst>
            <pc:docMk/>
            <pc:sldMk cId="0" sldId="257"/>
            <ac:spMk id="5" creationId="{00000000-0000-0000-0000-000000000000}"/>
          </ac:spMkLst>
        </pc:spChg>
      </pc:sldChg>
      <pc:sldChg chg="addSp delSp modSp">
        <pc:chgData name="" userId="49d344a601bf6ddc" providerId="LiveId" clId="{A780B712-3028-48B9-AFC8-9CF5FA5A5A4B}" dt="2026-07-07T05:08:06.454" v="309" actId="13822"/>
        <pc:sldMkLst>
          <pc:docMk/>
          <pc:sldMk cId="0" sldId="258"/>
        </pc:sldMkLst>
        <pc:spChg chg="mod">
          <ac:chgData name="" userId="49d344a601bf6ddc" providerId="LiveId" clId="{A780B712-3028-48B9-AFC8-9CF5FA5A5A4B}" dt="2026-07-07T04:44:18.931" v="38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" userId="49d344a601bf6ddc" providerId="LiveId" clId="{A780B712-3028-48B9-AFC8-9CF5FA5A5A4B}" dt="2026-07-07T05:07:54.688" v="306" actId="13822"/>
          <ac:spMkLst>
            <pc:docMk/>
            <pc:sldMk cId="0" sldId="258"/>
            <ac:spMk id="3" creationId="{00000000-0000-0000-0000-000000000000}"/>
          </ac:spMkLst>
        </pc:spChg>
        <pc:spChg chg="mod">
          <ac:chgData name="" userId="49d344a601bf6ddc" providerId="LiveId" clId="{A780B712-3028-48B9-AFC8-9CF5FA5A5A4B}" dt="2026-07-07T04:44:42.680" v="41" actId="255"/>
          <ac:spMkLst>
            <pc:docMk/>
            <pc:sldMk cId="0" sldId="258"/>
            <ac:spMk id="4" creationId="{00000000-0000-0000-0000-000000000000}"/>
          </ac:spMkLst>
        </pc:spChg>
        <pc:spChg chg="mod">
          <ac:chgData name="" userId="49d344a601bf6ddc" providerId="LiveId" clId="{A780B712-3028-48B9-AFC8-9CF5FA5A5A4B}" dt="2026-07-07T04:49:12.493" v="108" actId="207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" userId="49d344a601bf6ddc" providerId="LiveId" clId="{A780B712-3028-48B9-AFC8-9CF5FA5A5A4B}" dt="2026-07-07T04:52:06.475" v="160" actId="478"/>
          <ac:spMkLst>
            <pc:docMk/>
            <pc:sldMk cId="0" sldId="258"/>
            <ac:spMk id="6" creationId="{00000000-0000-0000-0000-000000000000}"/>
          </ac:spMkLst>
        </pc:spChg>
        <pc:spChg chg="mod ord">
          <ac:chgData name="" userId="49d344a601bf6ddc" providerId="LiveId" clId="{A780B712-3028-48B9-AFC8-9CF5FA5A5A4B}" dt="2026-07-07T04:49:30.857" v="111" actId="207"/>
          <ac:spMkLst>
            <pc:docMk/>
            <pc:sldMk cId="0" sldId="258"/>
            <ac:spMk id="7" creationId="{00000000-0000-0000-0000-000000000000}"/>
          </ac:spMkLst>
        </pc:spChg>
        <pc:spChg chg="mod ord">
          <ac:chgData name="" userId="49d344a601bf6ddc" providerId="LiveId" clId="{A780B712-3028-48B9-AFC8-9CF5FA5A5A4B}" dt="2026-07-07T04:48:46.848" v="106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" userId="49d344a601bf6ddc" providerId="LiveId" clId="{A780B712-3028-48B9-AFC8-9CF5FA5A5A4B}" dt="2026-07-07T05:08:02.873" v="308" actId="13822"/>
          <ac:spMkLst>
            <pc:docMk/>
            <pc:sldMk cId="0" sldId="258"/>
            <ac:spMk id="9" creationId="{00000000-0000-0000-0000-000000000000}"/>
          </ac:spMkLst>
        </pc:spChg>
        <pc:spChg chg="mod">
          <ac:chgData name="" userId="49d344a601bf6ddc" providerId="LiveId" clId="{A780B712-3028-48B9-AFC8-9CF5FA5A5A4B}" dt="2026-07-07T04:50:24.349" v="119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" userId="49d344a601bf6ddc" providerId="LiveId" clId="{A780B712-3028-48B9-AFC8-9CF5FA5A5A4B}" dt="2026-07-07T04:50:41.071" v="121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" userId="49d344a601bf6ddc" providerId="LiveId" clId="{A780B712-3028-48B9-AFC8-9CF5FA5A5A4B}" dt="2026-07-07T05:08:06.454" v="309" actId="13822"/>
          <ac:spMkLst>
            <pc:docMk/>
            <pc:sldMk cId="0" sldId="258"/>
            <ac:spMk id="12" creationId="{00000000-0000-0000-0000-000000000000}"/>
          </ac:spMkLst>
        </pc:spChg>
        <pc:spChg chg="mod">
          <ac:chgData name="" userId="49d344a601bf6ddc" providerId="LiveId" clId="{A780B712-3028-48B9-AFC8-9CF5FA5A5A4B}" dt="2026-07-07T04:51:21.023" v="157" actId="20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" userId="49d344a601bf6ddc" providerId="LiveId" clId="{A780B712-3028-48B9-AFC8-9CF5FA5A5A4B}" dt="2026-07-07T04:51:49.652" v="159" actId="20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" userId="49d344a601bf6ddc" providerId="LiveId" clId="{A780B712-3028-48B9-AFC8-9CF5FA5A5A4B}" dt="2026-07-07T04:54:39.097" v="164" actId="114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" userId="49d344a601bf6ddc" providerId="LiveId" clId="{A780B712-3028-48B9-AFC8-9CF5FA5A5A4B}" dt="2026-07-07T04:54:17.835" v="162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" userId="49d344a601bf6ddc" providerId="LiveId" clId="{A780B712-3028-48B9-AFC8-9CF5FA5A5A4B}" dt="2026-07-07T04:54:44.323" v="165" actId="478"/>
          <ac:spMkLst>
            <pc:docMk/>
            <pc:sldMk cId="0" sldId="258"/>
            <ac:spMk id="17" creationId="{00000000-0000-0000-0000-000000000000}"/>
          </ac:spMkLst>
        </pc:spChg>
        <pc:spChg chg="add mod">
          <ac:chgData name="" userId="49d344a601bf6ddc" providerId="LiveId" clId="{A780B712-3028-48B9-AFC8-9CF5FA5A5A4B}" dt="2026-07-07T05:07:59.017" v="307" actId="13822"/>
          <ac:spMkLst>
            <pc:docMk/>
            <pc:sldMk cId="0" sldId="258"/>
            <ac:spMk id="18" creationId="{7C4177FB-B817-496E-B89C-8761ECD9FE1A}"/>
          </ac:spMkLst>
        </pc:spChg>
      </pc:sldChg>
      <pc:sldChg chg="modSp">
        <pc:chgData name="" userId="49d344a601bf6ddc" providerId="LiveId" clId="{A780B712-3028-48B9-AFC8-9CF5FA5A5A4B}" dt="2026-07-07T04:43:50.426" v="35" actId="20577"/>
        <pc:sldMkLst>
          <pc:docMk/>
          <pc:sldMk cId="0" sldId="259"/>
        </pc:sldMkLst>
        <pc:spChg chg="mod">
          <ac:chgData name="" userId="49d344a601bf6ddc" providerId="LiveId" clId="{A780B712-3028-48B9-AFC8-9CF5FA5A5A4B}" dt="2026-07-07T04:42:59.490" v="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" userId="49d344a601bf6ddc" providerId="LiveId" clId="{A780B712-3028-48B9-AFC8-9CF5FA5A5A4B}" dt="2026-07-07T04:43:31.867" v="5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" userId="49d344a601bf6ddc" providerId="LiveId" clId="{A780B712-3028-48B9-AFC8-9CF5FA5A5A4B}" dt="2026-07-07T04:43:50.426" v="35" actId="20577"/>
          <ac:spMkLst>
            <pc:docMk/>
            <pc:sldMk cId="0" sldId="259"/>
            <ac:spMk id="6" creationId="{00000000-0000-0000-0000-000000000000}"/>
          </ac:spMkLst>
        </pc:spChg>
      </pc:sldChg>
      <pc:sldChg chg="delSp modSp">
        <pc:chgData name="" userId="49d344a601bf6ddc" providerId="LiveId" clId="{A780B712-3028-48B9-AFC8-9CF5FA5A5A4B}" dt="2026-07-07T04:55:48.559" v="173" actId="113"/>
        <pc:sldMkLst>
          <pc:docMk/>
          <pc:sldMk cId="0" sldId="260"/>
        </pc:sldMkLst>
        <pc:spChg chg="mod">
          <ac:chgData name="" userId="49d344a601bf6ddc" providerId="LiveId" clId="{A780B712-3028-48B9-AFC8-9CF5FA5A5A4B}" dt="2026-07-07T04:55:10.687" v="168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" userId="49d344a601bf6ddc" providerId="LiveId" clId="{A780B712-3028-48B9-AFC8-9CF5FA5A5A4B}" dt="2026-07-07T04:55:48.559" v="173" actId="113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" userId="49d344a601bf6ddc" providerId="LiveId" clId="{A780B712-3028-48B9-AFC8-9CF5FA5A5A4B}" dt="2026-07-07T04:55:28.267" v="170" actId="478"/>
          <ac:spMkLst>
            <pc:docMk/>
            <pc:sldMk cId="0" sldId="260"/>
            <ac:spMk id="6" creationId="{00000000-0000-0000-0000-000000000000}"/>
          </ac:spMkLst>
        </pc:spChg>
      </pc:sldChg>
      <pc:sldChg chg="delSp modSp">
        <pc:chgData name="" userId="49d344a601bf6ddc" providerId="LiveId" clId="{A780B712-3028-48B9-AFC8-9CF5FA5A5A4B}" dt="2026-07-07T05:02:34.214" v="276" actId="478"/>
        <pc:sldMkLst>
          <pc:docMk/>
          <pc:sldMk cId="0" sldId="261"/>
        </pc:sldMkLst>
        <pc:spChg chg="mod">
          <ac:chgData name="" userId="49d344a601bf6ddc" providerId="LiveId" clId="{A780B712-3028-48B9-AFC8-9CF5FA5A5A4B}" dt="2026-07-07T04:58:34.018" v="180" actId="1076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" userId="49d344a601bf6ddc" providerId="LiveId" clId="{A780B712-3028-48B9-AFC8-9CF5FA5A5A4B}" dt="2026-07-07T04:58:36.265" v="182" actId="13822"/>
          <ac:spMkLst>
            <pc:docMk/>
            <pc:sldMk cId="0" sldId="261"/>
            <ac:spMk id="3" creationId="{00000000-0000-0000-0000-000000000000}"/>
          </ac:spMkLst>
        </pc:spChg>
        <pc:spChg chg="mod">
          <ac:chgData name="" userId="49d344a601bf6ddc" providerId="LiveId" clId="{A780B712-3028-48B9-AFC8-9CF5FA5A5A4B}" dt="2026-07-07T04:59:00.046" v="194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" userId="49d344a601bf6ddc" providerId="LiveId" clId="{A780B712-3028-48B9-AFC8-9CF5FA5A5A4B}" dt="2026-07-07T05:01:19.693" v="269" actId="2711"/>
          <ac:spMkLst>
            <pc:docMk/>
            <pc:sldMk cId="0" sldId="261"/>
            <ac:spMk id="5" creationId="{00000000-0000-0000-0000-000000000000}"/>
          </ac:spMkLst>
        </pc:spChg>
        <pc:spChg chg="mod">
          <ac:chgData name="" userId="49d344a601bf6ddc" providerId="LiveId" clId="{A780B712-3028-48B9-AFC8-9CF5FA5A5A4B}" dt="2026-07-07T04:59:24.708" v="214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" userId="49d344a601bf6ddc" providerId="LiveId" clId="{A780B712-3028-48B9-AFC8-9CF5FA5A5A4B}" dt="2026-07-07T05:01:35.489" v="270" actId="2711"/>
          <ac:spMkLst>
            <pc:docMk/>
            <pc:sldMk cId="0" sldId="261"/>
            <ac:spMk id="8" creationId="{00000000-0000-0000-0000-000000000000}"/>
          </ac:spMkLst>
        </pc:spChg>
        <pc:spChg chg="mod">
          <ac:chgData name="" userId="49d344a601bf6ddc" providerId="LiveId" clId="{A780B712-3028-48B9-AFC8-9CF5FA5A5A4B}" dt="2026-07-07T04:59:48.339" v="230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" userId="49d344a601bf6ddc" providerId="LiveId" clId="{A780B712-3028-48B9-AFC8-9CF5FA5A5A4B}" dt="2026-07-07T05:02:00.447" v="272" actId="2711"/>
          <ac:spMkLst>
            <pc:docMk/>
            <pc:sldMk cId="0" sldId="261"/>
            <ac:spMk id="11" creationId="{00000000-0000-0000-0000-000000000000}"/>
          </ac:spMkLst>
        </pc:spChg>
        <pc:spChg chg="mod">
          <ac:chgData name="" userId="49d344a601bf6ddc" providerId="LiveId" clId="{A780B712-3028-48B9-AFC8-9CF5FA5A5A4B}" dt="2026-07-07T05:00:20.027" v="236" actId="13822"/>
          <ac:spMkLst>
            <pc:docMk/>
            <pc:sldMk cId="0" sldId="261"/>
            <ac:spMk id="12" creationId="{00000000-0000-0000-0000-000000000000}"/>
          </ac:spMkLst>
        </pc:spChg>
        <pc:spChg chg="mod ord">
          <ac:chgData name="" userId="49d344a601bf6ddc" providerId="LiveId" clId="{A780B712-3028-48B9-AFC8-9CF5FA5A5A4B}" dt="2026-07-07T05:00:43.607" v="251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" userId="49d344a601bf6ddc" providerId="LiveId" clId="{A780B712-3028-48B9-AFC8-9CF5FA5A5A4B}" dt="2026-07-07T05:02:13.885" v="273" actId="2711"/>
          <ac:spMkLst>
            <pc:docMk/>
            <pc:sldMk cId="0" sldId="261"/>
            <ac:spMk id="14" creationId="{00000000-0000-0000-0000-000000000000}"/>
          </ac:spMkLst>
        </pc:spChg>
        <pc:spChg chg="mod">
          <ac:chgData name="" userId="49d344a601bf6ddc" providerId="LiveId" clId="{A780B712-3028-48B9-AFC8-9CF5FA5A5A4B}" dt="2026-07-07T05:00:59.909" v="268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" userId="49d344a601bf6ddc" providerId="LiveId" clId="{A780B712-3028-48B9-AFC8-9CF5FA5A5A4B}" dt="2026-07-07T05:02:27.262" v="274" actId="2711"/>
          <ac:spMkLst>
            <pc:docMk/>
            <pc:sldMk cId="0" sldId="261"/>
            <ac:spMk id="17" creationId="{00000000-0000-0000-0000-000000000000}"/>
          </ac:spMkLst>
        </pc:spChg>
        <pc:spChg chg="del mod">
          <ac:chgData name="" userId="49d344a601bf6ddc" providerId="LiveId" clId="{A780B712-3028-48B9-AFC8-9CF5FA5A5A4B}" dt="2026-07-07T05:02:34.214" v="276" actId="478"/>
          <ac:spMkLst>
            <pc:docMk/>
            <pc:sldMk cId="0" sldId="261"/>
            <ac:spMk id="18" creationId="{00000000-0000-0000-0000-000000000000}"/>
          </ac:spMkLst>
        </pc:spChg>
      </pc:sldChg>
      <pc:sldChg chg="delSp modSp">
        <pc:chgData name="" userId="49d344a601bf6ddc" providerId="LiveId" clId="{A780B712-3028-48B9-AFC8-9CF5FA5A5A4B}" dt="2026-07-07T05:04:14.163" v="285" actId="2711"/>
        <pc:sldMkLst>
          <pc:docMk/>
          <pc:sldMk cId="0" sldId="262"/>
        </pc:sldMkLst>
        <pc:spChg chg="mod">
          <ac:chgData name="" userId="49d344a601bf6ddc" providerId="LiveId" clId="{A780B712-3028-48B9-AFC8-9CF5FA5A5A4B}" dt="2026-07-07T05:03:09.209" v="280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" userId="49d344a601bf6ddc" providerId="LiveId" clId="{A780B712-3028-48B9-AFC8-9CF5FA5A5A4B}" dt="2026-07-07T05:03:25.441" v="281" actId="2711"/>
          <ac:spMkLst>
            <pc:docMk/>
            <pc:sldMk cId="0" sldId="262"/>
            <ac:spMk id="5" creationId="{00000000-0000-0000-0000-000000000000}"/>
          </ac:spMkLst>
        </pc:spChg>
        <pc:spChg chg="mod">
          <ac:chgData name="" userId="49d344a601bf6ddc" providerId="LiveId" clId="{A780B712-3028-48B9-AFC8-9CF5FA5A5A4B}" dt="2026-07-07T05:03:35.552" v="282" actId="2711"/>
          <ac:spMkLst>
            <pc:docMk/>
            <pc:sldMk cId="0" sldId="262"/>
            <ac:spMk id="8" creationId="{00000000-0000-0000-0000-000000000000}"/>
          </ac:spMkLst>
        </pc:spChg>
        <pc:spChg chg="mod">
          <ac:chgData name="" userId="49d344a601bf6ddc" providerId="LiveId" clId="{A780B712-3028-48B9-AFC8-9CF5FA5A5A4B}" dt="2026-07-07T05:03:47.992" v="283" actId="2711"/>
          <ac:spMkLst>
            <pc:docMk/>
            <pc:sldMk cId="0" sldId="262"/>
            <ac:spMk id="11" creationId="{00000000-0000-0000-0000-000000000000}"/>
          </ac:spMkLst>
        </pc:spChg>
        <pc:spChg chg="mod">
          <ac:chgData name="" userId="49d344a601bf6ddc" providerId="LiveId" clId="{A780B712-3028-48B9-AFC8-9CF5FA5A5A4B}" dt="2026-07-07T05:04:00.101" v="284" actId="2711"/>
          <ac:spMkLst>
            <pc:docMk/>
            <pc:sldMk cId="0" sldId="262"/>
            <ac:spMk id="14" creationId="{00000000-0000-0000-0000-000000000000}"/>
          </ac:spMkLst>
        </pc:spChg>
        <pc:spChg chg="mod">
          <ac:chgData name="" userId="49d344a601bf6ddc" providerId="LiveId" clId="{A780B712-3028-48B9-AFC8-9CF5FA5A5A4B}" dt="2026-07-07T05:04:14.163" v="285" actId="271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" userId="49d344a601bf6ddc" providerId="LiveId" clId="{A780B712-3028-48B9-AFC8-9CF5FA5A5A4B}" dt="2026-07-07T05:02:51.549" v="277" actId="478"/>
          <ac:spMkLst>
            <pc:docMk/>
            <pc:sldMk cId="0" sldId="262"/>
            <ac:spMk id="18" creationId="{00000000-0000-0000-0000-000000000000}"/>
          </ac:spMkLst>
        </pc:spChg>
      </pc:sldChg>
      <pc:sldChg chg="modSp">
        <pc:chgData name="" userId="49d344a601bf6ddc" providerId="LiveId" clId="{A780B712-3028-48B9-AFC8-9CF5FA5A5A4B}" dt="2026-07-07T05:05:39.404" v="293" actId="2711"/>
        <pc:sldMkLst>
          <pc:docMk/>
          <pc:sldMk cId="0" sldId="263"/>
        </pc:sldMkLst>
        <pc:spChg chg="mod">
          <ac:chgData name="" userId="49d344a601bf6ddc" providerId="LiveId" clId="{A780B712-3028-48B9-AFC8-9CF5FA5A5A4B}" dt="2026-07-07T05:04:46.088" v="288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" userId="49d344a601bf6ddc" providerId="LiveId" clId="{A780B712-3028-48B9-AFC8-9CF5FA5A5A4B}" dt="2026-07-07T05:05:05.715" v="290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" userId="49d344a601bf6ddc" providerId="LiveId" clId="{A780B712-3028-48B9-AFC8-9CF5FA5A5A4B}" dt="2026-07-07T05:05:21.629" v="292" actId="207"/>
          <ac:spMkLst>
            <pc:docMk/>
            <pc:sldMk cId="0" sldId="263"/>
            <ac:spMk id="4" creationId="{00000000-0000-0000-0000-000000000000}"/>
          </ac:spMkLst>
        </pc:spChg>
        <pc:spChg chg="mod">
          <ac:chgData name="" userId="49d344a601bf6ddc" providerId="LiveId" clId="{A780B712-3028-48B9-AFC8-9CF5FA5A5A4B}" dt="2026-07-07T05:05:39.404" v="293" actId="2711"/>
          <ac:spMkLst>
            <pc:docMk/>
            <pc:sldMk cId="0" sldId="263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730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1659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32492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7628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6572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512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6621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05907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2601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73560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1687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8155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1397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838906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2796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7806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15558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780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495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Analytics Case Study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Bank Marketing Campaign Analysis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Who subscribes to a term deposit — and why?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615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" name="Text 2"/>
          <p:cNvSpPr/>
          <p:nvPr/>
        </p:nvSpPr>
        <p:spPr>
          <a:xfrm>
            <a:off x="763793" y="15544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47.4% of contacted customers subscribe to a term deposit.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1064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unsuccessful call costs staff time and campaign budget with no return.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identifies why some customers subscribe while others do not.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help the bank prioritize calling lists toward the segments most likely to convert.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· Week 5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Overview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70560" y="1627094"/>
            <a:ext cx="2329031" cy="1280160"/>
          </a:xfrm>
          <a:prstGeom prst="roundRect">
            <a:avLst>
              <a:gd name="adj" fmla="val 625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" name="Text 2"/>
          <p:cNvSpPr/>
          <p:nvPr/>
        </p:nvSpPr>
        <p:spPr>
          <a:xfrm>
            <a:off x="548640" y="1600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11,162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Customer Contacts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49785" y="1645920"/>
            <a:ext cx="2452744" cy="1280160"/>
          </a:xfrm>
          <a:prstGeom prst="roundRect">
            <a:avLst>
              <a:gd name="adj" fmla="val 625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6126480" y="1600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47.4%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2648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Subscription Rate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915400" y="1696120"/>
            <a:ext cx="2505635" cy="1232193"/>
          </a:xfrm>
          <a:prstGeom prst="roundRect">
            <a:avLst>
              <a:gd name="adj" fmla="val 625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3" name="Text 11"/>
          <p:cNvSpPr/>
          <p:nvPr/>
        </p:nvSpPr>
        <p:spPr>
          <a:xfrm>
            <a:off x="8915400" y="1600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1540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Missing Values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covers direct marketing campaigns of a Portuguese bank: demographics, financial profile, contact details, and campaign history.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7C4177FB-B817-496E-B89C-8761ECD9FE1A}"/>
              </a:ext>
            </a:extLst>
          </p:cNvPr>
          <p:cNvSpPr/>
          <p:nvPr/>
        </p:nvSpPr>
        <p:spPr>
          <a:xfrm>
            <a:off x="3429896" y="1627095"/>
            <a:ext cx="2329031" cy="1280160"/>
          </a:xfrm>
          <a:prstGeom prst="roundRect">
            <a:avLst>
              <a:gd name="adj" fmla="val 625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7" name="Text 5"/>
          <p:cNvSpPr/>
          <p:nvPr/>
        </p:nvSpPr>
        <p:spPr>
          <a:xfrm>
            <a:off x="3276600" y="1618578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17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53295" y="2238033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Driver: Job Type &amp; 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../charts_bank/02_deposit_by_jo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5394960" cy="3840480"/>
          </a:xfrm>
          <a:prstGeom prst="rect">
            <a:avLst/>
          </a:prstGeom>
        </p:spPr>
      </p:pic>
      <p:pic>
        <p:nvPicPr>
          <p:cNvPr id="4" name="Image 1" descr="../charts_bank/03_age_his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0" y="1371600"/>
            <a:ext cx="5394960" cy="3840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Students (74.7%) and retirees (66.3%) subscribe far more than blue-collar workers (36.4%)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Driver: Balance &amp; Correlation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../charts_bank/04_balance_boxpl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5394960" cy="3840480"/>
          </a:xfrm>
          <a:prstGeom prst="rect">
            <a:avLst/>
          </a:prstGeom>
        </p:spPr>
      </p:pic>
      <p:pic>
        <p:nvPicPr>
          <p:cNvPr id="4" name="Image 1" descr="../charts_bank/05_correlation_heatma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0" y="1371600"/>
            <a:ext cx="5394960" cy="3840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Call duration has the strongest correlation with subscription (0.45) among all numeric variables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Major Findings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731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/>
              <a:t>Job Type</a:t>
            </a:r>
          </a:p>
        </p:txBody>
      </p:sp>
      <p:sp>
        <p:nvSpPr>
          <p:cNvPr id="5" name="Text 3"/>
          <p:cNvSpPr/>
          <p:nvPr/>
        </p:nvSpPr>
        <p:spPr>
          <a:xfrm>
            <a:off x="3474720" y="13716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Students (74.7%) and retirees (66.3%) subscribe far more than working-age groups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2743200" cy="731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/>
              <a:t>Prior Campaign</a:t>
            </a:r>
          </a:p>
        </p:txBody>
      </p:sp>
      <p:sp>
        <p:nvSpPr>
          <p:cNvPr id="8" name="Text 6"/>
          <p:cNvSpPr/>
          <p:nvPr/>
        </p:nvSpPr>
        <p:spPr>
          <a:xfrm>
            <a:off x="3474720" y="22860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 success predicts a 91.3% re-subscription rate vs 40.7% with no history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2743200" cy="731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/>
              <a:t>Contact Method</a:t>
            </a:r>
          </a:p>
        </p:txBody>
      </p:sp>
      <p:sp>
        <p:nvSpPr>
          <p:cNvPr id="11" name="Text 9"/>
          <p:cNvSpPr/>
          <p:nvPr/>
        </p:nvSpPr>
        <p:spPr>
          <a:xfrm>
            <a:off x="3474720" y="32004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Cellular contact converts at 54.3% vs 22.6% for unknown methods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14800"/>
            <a:ext cx="2743200" cy="731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/>
              <a:t>Call Duration</a:t>
            </a:r>
          </a:p>
        </p:txBody>
      </p:sp>
      <p:sp>
        <p:nvSpPr>
          <p:cNvPr id="14" name="Text 12"/>
          <p:cNvSpPr/>
          <p:nvPr/>
        </p:nvSpPr>
        <p:spPr>
          <a:xfrm>
            <a:off x="3474720" y="41148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Subscribers spend 537 sec on calls vs 223 sec for non-subscribers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29200"/>
            <a:ext cx="2743200" cy="731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/>
              <a:t>Account Balance</a:t>
            </a:r>
          </a:p>
        </p:txBody>
      </p:sp>
      <p:sp>
        <p:nvSpPr>
          <p:cNvPr id="17" name="Text 15"/>
          <p:cNvSpPr/>
          <p:nvPr/>
        </p:nvSpPr>
        <p:spPr>
          <a:xfrm>
            <a:off x="3474720" y="50292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Subscribers average $1,804 balance vs $1,280 for non-subscribers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Prioritize recontacting past campaign responders (91.3% re-subscription rate)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240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students and retirees with life-stage-specific offers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089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Invest in agent training to extend meaningful call engagement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9776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 contact data quality — prioritize verified cellular numbers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3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De-prioritize low-yield segments during high-volume campaign periods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Subscription is shaped by identifiable factors: job type, age, prior campaign history, and especially the quality of phone engagement.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Focusing on past responders, life-stage targeting, and call quality can meaningfully improve on the current 47.4% subscription rate.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8BB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</TotalTime>
  <Words>342</Words>
  <Application>Microsoft Office PowerPoint</Application>
  <PresentationFormat>Widescreen</PresentationFormat>
  <Paragraphs>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Campaign — Business Analytics Case Study</dc:title>
  <dc:subject>PptxGenJS Presentation</dc:subject>
  <dc:creator>AnalystLab Africa Intern</dc:creator>
  <cp:lastModifiedBy>HP</cp:lastModifiedBy>
  <cp:revision>3</cp:revision>
  <dcterms:created xsi:type="dcterms:W3CDTF">2026-07-05T20:48:55Z</dcterms:created>
  <dcterms:modified xsi:type="dcterms:W3CDTF">2026-07-07T05:08:13Z</dcterms:modified>
</cp:coreProperties>
</file>